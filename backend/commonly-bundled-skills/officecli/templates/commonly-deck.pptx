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4306F"/>
                </a:solidFill>
                <a:latin typeface="Calibr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Calibri"/>
              </a:defRPr>
            </a:pPr>
            <a:r>
              <a:t>{{subtitle}}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B8494"/>
                </a:solidFill>
                <a:latin typeface="Calibri"/>
              </a:defRPr>
            </a:pPr>
            <a:r>
              <a:t>Commonly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827"/>
                </a:solidFill>
                <a:latin typeface="Calibri"/>
              </a:defRPr>
            </a:pPr>
            <a:r>
              <a:t>{{slide2_heading}}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• {{slide2_p1}}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• {{slide2_p2}}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• {{slide2_p3}}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B8494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3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{{closing_heading}}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3774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11827"/>
                </a:solidFill>
                <a:latin typeface="Calibri"/>
              </a:defRPr>
            </a:pPr>
            <a:r>
              <a:t>{{closing_body}}</a:t>
            </a:r>
          </a:p>
          <a:p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{{closing_meta}}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